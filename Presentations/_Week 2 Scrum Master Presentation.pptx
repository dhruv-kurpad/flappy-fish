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6a807da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86a807da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6a807da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86a807da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86a807da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86a807da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86a807da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86a807da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 Scrum Master Presentation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Kyle Bartel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 - Coding Infrastructure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690300" y="20592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Spring Boot/Http/Docker setup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Java backend files created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Frontend development started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Everything is on time with our goals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Week - </a:t>
            </a:r>
            <a:r>
              <a:rPr lang="en"/>
              <a:t>Preparation</a:t>
            </a:r>
            <a:r>
              <a:rPr lang="en"/>
              <a:t> for Sprint 1 Demo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Complete frontend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Complete error checking and database interaction on the backend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Continue testing everything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Ensure frontend and backend is connected for the demo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6" title="Screenshot 2026-02-23 1647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125" y="2033350"/>
            <a:ext cx="5919798" cy="24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680500" y="20593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 - Technology stack fully integrated and </a:t>
            </a:r>
            <a:r>
              <a:rPr lang="en"/>
              <a:t>verified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Sunday - Database backend completed and tested, connection proven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Monday - Demo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